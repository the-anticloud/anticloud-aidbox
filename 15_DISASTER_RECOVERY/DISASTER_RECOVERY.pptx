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AIDBOX | Category: MEDICAL_HEALTH</a:t>
            </a:r>
          </a:p>
          <a:p>
            <a:r>
              <a:rPr sz="1400"/>
              <a:t>Upstream: https://github.com/HealthSamurai/aidbox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AIDBOX.</a:t>
            </a:r>
          </a:p>
          <a:p>
            <a:r>
              <a:rPr sz="1400"/>
              <a:t>FHIR API server for health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AIDBOX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